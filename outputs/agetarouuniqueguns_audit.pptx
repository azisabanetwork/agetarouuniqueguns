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a2da7f6b64443d" /><Relationship Type="http://schemas.openxmlformats.org/officeDocument/2006/relationships/extended-properties" Target="/docProps/app.xml" Id="Rc738f9097cab4b98" /><Relationship Type="http://schemas.openxmlformats.org/officeDocument/2006/relationships/officeDocument" Target="/ppt/presentation.xml" Id="R7ac6d6870944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a17c34b5f464a"/>
  </p:sldMasterIdLst>
  <p:notesMasterIdLst>
    <p:notesMasterId xmlns:r="http://schemas.openxmlformats.org/officeDocument/2006/relationships" r:id="R588ef7e557a74c48"/>
  </p:notesMasterIdLst>
  <p:sldIdLst>
    <p:sldId xmlns:r="http://schemas.openxmlformats.org/officeDocument/2006/relationships" id="256" r:id="R360708e0c30c4223"/>
    <p:sldId xmlns:r="http://schemas.openxmlformats.org/officeDocument/2006/relationships" id="257" r:id="Rd5bb01f12e5f46b4"/>
    <p:sldId xmlns:r="http://schemas.openxmlformats.org/officeDocument/2006/relationships" id="258" r:id="R1a1fd73b9ee04822"/>
    <p:sldId xmlns:r="http://schemas.openxmlformats.org/officeDocument/2006/relationships" id="259" r:id="Ra4bbe562ab1f49f9"/>
    <p:sldId xmlns:r="http://schemas.openxmlformats.org/officeDocument/2006/relationships" id="260" r:id="Rc7b343a8f08f41c0"/>
    <p:sldId xmlns:r="http://schemas.openxmlformats.org/officeDocument/2006/relationships" id="261" r:id="Ra2a18713464b4045"/>
    <p:sldId xmlns:r="http://schemas.openxmlformats.org/officeDocument/2006/relationships" id="262" r:id="R7e3db0d89ae443ef"/>
    <p:sldId xmlns:r="http://schemas.openxmlformats.org/officeDocument/2006/relationships" id="263" r:id="R21275ffa893049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ec8fb6a204945" /><Relationship Type="http://schemas.openxmlformats.org/officeDocument/2006/relationships/slideMaster" Target="/ppt/slideMasters/slideMaster1.xml" Id="R1b8a17c34b5f464a" /><Relationship Type="http://schemas.openxmlformats.org/officeDocument/2006/relationships/notesMaster" Target="/ppt/notesMasters/notesMaster1.xml" Id="R588ef7e557a74c48" /><Relationship Type="http://schemas.openxmlformats.org/officeDocument/2006/relationships/presProps" Target="/ppt/presProps.xml" Id="Rec2d9e58679d4b65" /><Relationship Type="http://schemas.openxmlformats.org/officeDocument/2006/relationships/tableStyles" Target="/ppt/tableStyles.xml" Id="R57b3612e24f04b5c" /><Relationship Type="http://schemas.openxmlformats.org/officeDocument/2006/relationships/slide" Target="/ppt/slides/slide1.xml" Id="R360708e0c30c4223" /><Relationship Type="http://schemas.openxmlformats.org/officeDocument/2006/relationships/slide" Target="/ppt/slides/slide2.xml" Id="Rd5bb01f12e5f46b4" /><Relationship Type="http://schemas.openxmlformats.org/officeDocument/2006/relationships/slide" Target="/ppt/slides/slide3.xml" Id="R1a1fd73b9ee04822" /><Relationship Type="http://schemas.openxmlformats.org/officeDocument/2006/relationships/slide" Target="/ppt/slides/slide4.xml" Id="Ra4bbe562ab1f49f9" /><Relationship Type="http://schemas.openxmlformats.org/officeDocument/2006/relationships/slide" Target="/ppt/slides/slide5.xml" Id="Rc7b343a8f08f41c0" /><Relationship Type="http://schemas.openxmlformats.org/officeDocument/2006/relationships/slide" Target="/ppt/slides/slide6.xml" Id="Ra2a18713464b4045" /><Relationship Type="http://schemas.openxmlformats.org/officeDocument/2006/relationships/slide" Target="/ppt/slides/slide7.xml" Id="R7e3db0d89ae443ef" /><Relationship Type="http://schemas.openxmlformats.org/officeDocument/2006/relationships/slide" Target="/ppt/slides/slide8.xml" Id="R21275ffa8930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b775ccd56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1487d6e9344b5" /><Relationship Type="http://schemas.openxmlformats.org/officeDocument/2006/relationships/notesMaster" Target="/ppt/notesMasters/notesMaster1.xml" Id="Rd3d76c6080ea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641035a85442c" /><Relationship Type="http://schemas.openxmlformats.org/officeDocument/2006/relationships/notesMaster" Target="/ppt/notesMasters/notesMaster1.xml" Id="R6ee78f5fbe58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d7fdf6afb43e8" /><Relationship Type="http://schemas.openxmlformats.org/officeDocument/2006/relationships/notesMaster" Target="/ppt/notesMasters/notesMaster1.xml" Id="R9d4d0740124242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04d1d66d34872" /><Relationship Type="http://schemas.openxmlformats.org/officeDocument/2006/relationships/notesMaster" Target="/ppt/notesMasters/notesMaster1.xml" Id="Re8fa6f4651e9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8f018d1cb4f6f" /><Relationship Type="http://schemas.openxmlformats.org/officeDocument/2006/relationships/notesMaster" Target="/ppt/notesMasters/notesMaster1.xml" Id="R2998242a3cd648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5a77bf25594337" /><Relationship Type="http://schemas.openxmlformats.org/officeDocument/2006/relationships/notesMaster" Target="/ppt/notesMasters/notesMaster1.xml" Id="Red75e3d31e8d4e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2c879603446ff" /><Relationship Type="http://schemas.openxmlformats.org/officeDocument/2006/relationships/notesMaster" Target="/ppt/notesMasters/notesMaster1.xml" Id="Redc0ee348801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b186170a9449e" /><Relationship Type="http://schemas.openxmlformats.org/officeDocument/2006/relationships/notesMaster" Target="/ppt/notesMasters/notesMaster1.xml" Id="R8f2dff9a816d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af891920e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201fc5d3340fa" /><Relationship Type="http://schemas.openxmlformats.org/officeDocument/2006/relationships/slideLayout" Target="/ppt/slideLayouts/slideLayout1.xml" Id="R63f65234a07e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65234a07e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941a8d0194627" /><Relationship Type="http://schemas.openxmlformats.org/officeDocument/2006/relationships/notesSlide" Target="/ppt/notesSlides/notesSlide1.xml" Id="R349af9760faf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b347267a64ee5" /><Relationship Type="http://schemas.openxmlformats.org/officeDocument/2006/relationships/notesSlide" Target="/ppt/notesSlides/notesSlide2.xml" Id="Rc8e1d1d97b2743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3c5afb6a54279" /><Relationship Type="http://schemas.openxmlformats.org/officeDocument/2006/relationships/notesSlide" Target="/ppt/notesSlides/notesSlide3.xml" Id="R3c5ab9f425b8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2e36183c4dba" /><Relationship Type="http://schemas.openxmlformats.org/officeDocument/2006/relationships/notesSlide" Target="/ppt/notesSlides/notesSlide4.xml" Id="R9c1006d2a0fa49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3319895a04a9e" /><Relationship Type="http://schemas.openxmlformats.org/officeDocument/2006/relationships/notesSlide" Target="/ppt/notesSlides/notesSlide5.xml" Id="R577c8fa67a0949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73435d6c44f5f" /><Relationship Type="http://schemas.openxmlformats.org/officeDocument/2006/relationships/notesSlide" Target="/ppt/notesSlides/notesSlide6.xml" Id="R92dfc869398e44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a1f0e6274403d" /><Relationship Type="http://schemas.openxmlformats.org/officeDocument/2006/relationships/notesSlide" Target="/ppt/notesSlides/notesSlide7.xml" Id="Ra03720df743c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5bfc9cc8c4630" /><Relationship Type="http://schemas.openxmlformats.org/officeDocument/2006/relationships/notesSlide" Target="/ppt/notesSlides/notesSlide8.xml" Id="R37becb3dbd7f4c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40B80-6AF4-400F-B82D-1E2584DB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AgetarouUniqueGuns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4E333-B749-477C-B435-BB8231C5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バグ・改善点・追加すると面白い要素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769C8-18D9-4AB1-A432-16121AA6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対象: Java / Paper 1.16.5 / CrackShot 系プラグイン。コード静的調査と Maven package 成功結果をもとに整理。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6A376-4AF0-494B-9970-73FD44A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590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E961A-3C49-4D57-A3A1-B37571FB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04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結論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6BD2-52B7-494A-8475-4A73057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まず直すべきは設定読み込み・権限定義・文字化け・状態管理です。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その後、武器ギミックをデータ駆動に寄せると追加要素を増やしやすくなります。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CDF7C-77D9-4C33-BCE7-7E645944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1</a:t>
            </a:r>
          </a:p>
        </p:txBody>
      </p:sp>
    </p:spTree>
    <p:extLst>
      <p:ext uri="{BB962C8B-B14F-4D97-AF65-F5344CB8AC3E}">
        <p14:creationId xmlns:p14="http://schemas.microsoft.com/office/powerpoint/2010/main" val="2064924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7AB6E-3869-4F4A-87CA-12C4E06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優先順位の全体像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0DE5A-476F-4966-8DBF-12F309D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先に安定化、その次に拡張性、最後に遊びの幅を増やす順が現実的です。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748F-003E-4D95-BF44-43807E5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2D0C-41DE-4BAB-9889-3A62E458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0985E-3497-4E5D-B340-713B5AE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1. すぐ直す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101AD-FEB3-4FC0-BF38-BBFCD0D7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plugin.yml の permissions 誤字、reload 時の設定クリア漏れ、文字化けした説明文。運用上の混乱を最小コストで減らせます。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A55DB-4B6A-42DA-8BFE-B0EB046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DA6EB-8E47-4653-BE43-0D3FBEB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2. バグ予防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CC500-1CA0-4FE2-A29B-399EB404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static Map&lt;Player/Entity, ...&gt;、無言 catch、複数タスクの生存管理を見直します。長時間稼働サーバーで効きます。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97100-BADA-4CDE-966D-E6BC1A6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73B73-B5A8-4569-BF47-CBD580C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3. 面白さ追加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94872-0D10-4B3D-9DB9-68E45E4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武器進化、コンボ、チーム連携、リスク付き超火力などを YAML 設定で足せる形にするとイベント運用が楽になります。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DC3B9-93EE-4705-B786-CA586A9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8806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C6594-C473-4F94-84D3-7AEB08CF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バグ候補: 実害が出やすい箇所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01130-9113-4766-B393-A1166E9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コンパイルは通るが、サーバー運用で不具合になりやすい点です。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20474-1C9E-41D0-A86C-3B2F1E4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688E4-307E-4D71-A93B-49C63691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権限が読まれない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76B1-95E5-40B5-9824-611F15C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43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plugin.yml: permisssions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B8094-28C1-4A53-B146-61290BC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240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Spigot が permissions と認識できず、権限定義が無効化される可能性があります。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A24E7-E18D-4803-8482-A5D78CA8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6A6BB-84CE-4270-A9A9-2122673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reload が古い設定を残す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C51E0-6604-4455-83D3-DCC42DE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AUGCommand.onReload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E5C41-B04C-4695-9940-36E3CE0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loadDefaultWeaponConfig だけ呼ぶため、削除済み武器や変更前キーが Map に残る可能性があります。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EBA35-98D1-4D92-A553-B42D9B0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9D8A0-6529-4694-B76B-3911F587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文字化けで運用不能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8F7F9-CCDC-49AC-8EDC-005A80B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52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コメント・説明文・メッセージ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7FDB5-F220-45E6-B8C0-55881A4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3377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ヘルプやログが読みにくく、設定者が原因を追いにくくなります。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9532C-9E51-40C8-9205-BB457E5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A003C-5D0E-41CB-B56C-44427C88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状態 Map が残りやすい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31BEF-260C-4220-B6EE-4A2181C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static Map&lt;Player/Entity,...&gt;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E547D-2700-46DD-AD83-35446F6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Player/Entity 参照をキーに持つため、離脱・死亡・再読込時の後始末漏れがメモリ保持につながります。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8A71D-0743-4363-9C65-C018865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580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20E20-04A2-4635-89EC-0E0B652A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改善点: 保守性を上げる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9AD07-093E-4BD0-BD45-F60513C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新武器追加が増えるほど効いてくる設計上の改善です。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66FC0-7009-4A45-B735-7953BDC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A89A4-4B9E-4E00-B8E1-EF00BC4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F2DC8-24AC-4970-8B1B-94C8BDA7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登録処理を集約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44BA8-3974-41D4-AA5C-3FA242F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onEnable に武器 listener が直書きで増え続けています。WeaponRegistry のような登録リストに寄せると、追加・削除・テスト武器の切り替えが安全になります。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9D573-C584-44B6-B377-A478EB89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1D8E5-1419-4207-B428-269B0594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設定検証を追加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E363E-D3DF-4B59-B891-6012E708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WeaponConfig 読み込み時に必須キー、型、範囲、重複 weaponId をログ出力します。YAML ミスを起動時に見つけられます。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5A7AF-8900-42A4-948D-23D7B212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46869-DE78-4056-90C0-59C79D1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無言 catch をログ化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35058-26D1-452B-9252-90F9080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catch (Exception ignored) が複数あります。Sound 名ミスなどを debug ログに出せば、設定担当者が自己解決しやすくなります。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023BC-9067-4FF4-8013-04EB9F8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8F9EA-F7CA-4AAA-ACB0-48FBDB8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タスクのライフサイクル管理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8D72E-FB2B-46FE-810D-91D20AF8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runTaskTimer / runTaskLater が多いため、武器単位・プレイヤー単位で cancel 経路を標準化すると再読込や退出時の事故が減ります。</a:t>
            </a:r>
          </a:p>
        </p:txBody>
      </p:sp>
    </p:spTree>
    <p:extLst>
      <p:ext uri="{BB962C8B-B14F-4D97-AF65-F5344CB8AC3E}">
        <p14:creationId xmlns:p14="http://schemas.microsoft.com/office/powerpoint/2010/main" val="2146947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8D01F-1674-4F91-95CF-E47BF42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重点確認したい武器挙動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6275B-6848-4079-8AD0-160B06E2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ゲーム体験を壊しやすいので、再現テストを先に作る価値があります。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6DB0C-894F-40DC-BE04-F61021E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593C6-09C1-426E-B251-C1054CE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C52D3-E212-43C6-AFED-84C78196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CustomModelData 復元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0841-70FD-4D76-BFBF-1E29088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1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UniversalWeaponSystem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プレイヤー単位で originalModelMap を持つため、複数武器・持替・ドロップ時に戻し先がずれる可能性があります。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E7A4F-D6B2-416E-8C79-AFBC55B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334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DD2F9-73F8-4A42-AF7A-C2B519B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武器変化と弾数引き継ぎ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C298B-7C1F-4279-9A60-0385852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91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WeaponsSPMode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giveWeapon 後にスロット探索する設計なので、同名武器を複数所持した場合の誤検出を重点確認。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9A6A7-7C04-4C02-ACBA-ACCAFCA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5334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1D4F8-1FD3-40DB-8D97-5806F731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ジャンプ判定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B4FF-E9DD-4F10-AB79-4B5B33C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91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PlayerMoveEvent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Y 座標増加と isOnGround で判定しており、段差・ノックバック・水流などで誤発火する可能性があります。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97B71-805C-4361-B284-4CFF631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5334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5EC2A-54E1-44DF-AF20-A33C09A2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毎 tick 集計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74344-393E-4428-A496-442600B2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91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EPT_Jager / AntiOnePunchMan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1tick 周期の Map clear は意図が分かりにくく、負荷と正確性を計測して判断したい箇所です。</a:t>
            </a:r>
          </a:p>
        </p:txBody>
      </p:sp>
    </p:spTree>
    <p:extLst>
      <p:ext uri="{BB962C8B-B14F-4D97-AF65-F5344CB8AC3E}">
        <p14:creationId xmlns:p14="http://schemas.microsoft.com/office/powerpoint/2010/main" val="1366600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78297-21E9-4BEF-8D84-59EED47F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追加すると面白い要素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04093-0B18-4AF2-923E-1EF7F2F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既存の武器変化・キルストリーク・ActionBar 資産を活かす案です。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3E89-C5E0-4C55-832C-2381C34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EE152-6752-47A3-9423-47B53EA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35355-6A58-44F8-9FED-679B924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武器進化ツリー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E4C28-A051-49B4-9B9A-E4243AD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キル数・ヘッドショット・条件達成で別武器に分岐。プレイヤーごとの育成感を出せます。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03946-DE69-41D1-8F34-E771A588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属性コンボ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9FBBC-524F-4846-93A4-F95714C2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炎上後に氷結で爆散、雷後に水で連鎖など。Sorcerers_Rod 系の属性概念と相性が良いです。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EE08C-4DE4-478A-B6C1-34B6335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チーム連携効果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7A7C-DA17-476C-89C0-F6A570EE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味方の近くで回復弾、敵陣内でデバフ弾など。LeonGunWar のチーム判定を活かせます。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68779-B2A7-4BA8-96BF-C0990110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リスク付き必殺技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4DD1A-2D2E-4C7C-BB5E-FF09F7BA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自傷・弾薬全消費・一定時間射撃不可と引き換えに大技。強すぎる武器にも調整余地ができます。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A99A9-3F01-4A24-B4A3-D61610C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イベント限定ギミック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01F01-F95B-4D16-8B29-0D35CAE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期間限定 YAML を読み込むだけで、クリスマス・ボス戦・PvE 用の特殊効果を切り替えます。</a:t>
            </a:r>
          </a:p>
        </p:txBody>
      </p:sp>
    </p:spTree>
    <p:extLst>
      <p:ext uri="{BB962C8B-B14F-4D97-AF65-F5344CB8AC3E}">
        <p14:creationId xmlns:p14="http://schemas.microsoft.com/office/powerpoint/2010/main" val="1649510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82CBD-C541-4A90-9913-C035B55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具体的な実行順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EF197-0118-4D64-940C-FA561C1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小さく直して、壊れにくい土台を作ってから新要素を足します。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34E8A-CE46-4722-8D30-87C9131D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5E70-7267-4F05-8085-45454278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1E0A8-F159-4AC2-91F4-99D513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A7649-8361-473D-AFCF-E358C83B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plugin.yml 修正 / reload 時 clear / 文字化け復旧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6B02E-618D-4230-A65B-045554F9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BF56-B217-4AD9-B3C9-B412977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Day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752F9-B206-4963-A57A-5E1501D4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81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設定検証 / debug ログ / 無言 catch 削減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74F84-D479-4EAA-830B-60C6153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A5F3-19C0-48E1-87B4-D016CE9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Week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64F76-FDEC-4BEC-A1AC-A9A0760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62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Map を UUID 化 / 退出・死亡・disable / cleanup 統一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F5190-A259-4932-B957-BD3EC269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97E5C-8CAA-4957-BC97-FE3A6BE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4C57E-9581-474A-9F45-49D3DBC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434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武器変化 / 弾数引き継ぎ / 回帰観点を整備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5839E-285C-414D-874B-50172E96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FEFDB-BC2C-4552-A0D1-BB1E562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825F6-AA58-41DD-81CF-2713035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244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武器進化ツリー / 属性コンボ / YAML で追加</a:t>
            </a:r>
          </a:p>
        </p:txBody>
      </p:sp>
    </p:spTree>
    <p:extLst>
      <p:ext uri="{BB962C8B-B14F-4D97-AF65-F5344CB8AC3E}">
        <p14:creationId xmlns:p14="http://schemas.microsoft.com/office/powerpoint/2010/main" val="984533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3A8F8-A9E0-4C0D-9520-2D2F972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おすすめコミット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25044-C586-4C29-AE0A-D2CB212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最初の修正単位は、小さく安全に切るのがよいです。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5D3A3-F75B-4DC7-ABF5-274E8324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AgetarouUniqueGuns audit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6C1C-A0C9-4DC0-A729-5E24E945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6B35"/>
                </a:solidFill>
                <a:latin typeface="Yu Gothic"/>
                <a:ea typeface="Yu Gothic"/>
                <a:cs typeface="Yu Gothic"/>
              </a:rPr>
              <a:t>fix: correct plugin metadata and reload config reset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1BCC5-B4B0-472B-B4C4-D749D8DE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この1コミットで、permissions 誤字修正、reload 前の WeaponConfig.clearWeaponConfig()、読めない運用メッセージの復旧をまとめるのが扱いやすいです。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FC55E-E992-466C-A542-C0709FC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次のコミット候補: refactor: centralize weapon listener registration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FB64A-9B03-4BCF-900C-2483575B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次のコミット候補: chore: add config validation logs for weapon yaml</a:t>
            </a:r>
          </a:p>
        </p:txBody>
      </p:sp>
    </p:spTree>
    <p:extLst>
      <p:ext uri="{BB962C8B-B14F-4D97-AF65-F5344CB8AC3E}">
        <p14:creationId xmlns:p14="http://schemas.microsoft.com/office/powerpoint/2010/main" val="1907817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2026-06-27T03:48:31.3460000Z</dcterms:created>
  <dcterms:modified xsi:type="dcterms:W3CDTF">2026-06-27T03:48:31.3460000Z</dcterms:modified>
</coreProperties>
</file>